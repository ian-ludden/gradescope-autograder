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660A1-5B1A-4CDD-8E31-A1F2FED3993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C275E-330B-4BFF-B618-0609BD5AF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6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C275E-330B-4BFF-B618-0609BD5AF3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87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7713-8659-2CAC-FEF6-A8BCCF37E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CAD7B-FB50-0164-7C62-DA8CBD4EF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FA39-FC49-74DE-B36D-29B2E368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9147-E568-76D3-386C-835AB375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C9EA-B8D3-AD05-EB90-887FDCEB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1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109F-D440-F20F-0DFE-CCC3362C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9AF1E-08D5-5D50-47DC-655AF7F8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87920-A523-412C-11B8-65F50685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0931C-DCC6-6C06-9C94-0A0604A6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5F32D-3E10-C0A0-3E2A-BE992F83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1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C412-D9EE-15A2-A7D0-D380762D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60460-41BC-FE17-ACAE-6F04B91C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298DE-80A7-E546-7EDA-57B331EC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CA744-6486-02FE-9EF5-356579E3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D25DA-2CC3-7631-7B44-F49714DB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4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48DA-685A-E54A-3456-F1CC616A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EA1A-D864-3B53-2C77-992282A97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6F1EC-0F6F-6A69-387F-A91128CAA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A889-6801-2777-7AF7-563DA7E2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4C571-5DB5-776E-0C8B-BAF3540A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BC482-C10D-6CBB-38B6-45C1F48F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08C3-A693-3711-2BF4-11522348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40259-995A-162F-BC0C-3F6A8DDC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274A7-5620-4691-C5CD-E69703002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A13AF-438A-6EA5-3D98-CAD501290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51EA1-79EF-F12A-988E-D1B214164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33AFF-D5EE-78A6-FAB5-5681A085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40BB6-3CEB-4336-4C1B-D64720BF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D38ECE-9A7B-C583-9257-52F6733B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0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6516-A506-567A-5925-A593E0FF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CFAD9-F981-E091-93FD-D80BF769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8BA0C-2835-7EB0-36F4-008F6CB4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1F412-B9EF-3C8E-4FBB-E040991A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706FE-55CE-A866-DB9F-A56C5D9B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23EE5-813D-CBB1-29B4-2DE56B8D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028B2-F4B1-61B7-37F3-63DC628C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5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B097A-C76F-914D-F60C-C5A2958B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D63F-D02B-FE71-A461-B9A07A28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EAC63-F81E-A860-D6E5-F86FD0101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ABFF6-551B-FCF3-6E34-D5ADC3E6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E157F-F44F-429C-8037-4C82C430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BA03A-4E75-9EDB-8499-A82F7BFC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5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E61C-DA78-08CA-F80B-A911D643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78DB8-F75E-EF7E-5858-2B5C25E73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53E4C-8FDE-B4E2-273B-7249A333A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4D3C1-315A-7292-B8D8-19ED6E84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3E995-E638-46BF-AD61-BC51C1A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CCA88-1F86-0498-6941-8C2F8459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0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29E4-9B01-55BD-DBFD-3CF1FEDB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3AE52-5DA7-6B75-CA61-5C17331AE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AEFD-887E-4809-43AE-41419098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5E35-82E7-BFFE-ED66-03AC5020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7E887-B727-7D30-4687-7BB7B9EE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3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00E15-82D2-B528-6960-A7DB44B97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1F16C-742F-1FDA-D2AE-AC94E9D8C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07A8A-F13A-E3D3-5032-73751B2E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C122-6F4D-5E8D-024A-05F948EC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8DEC4-3951-689F-39A9-9163378A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0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9B669-1522-0DC3-6942-9B4B9EE7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2ECF2-D658-0A0C-C865-F2938B0BB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FF365-EA03-1144-5905-F7517C438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34053-B593-46DA-9AA6-3420F33B5E9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646A9-BC93-40F4-41A8-3D72731FE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319E-D2E1-C3B0-7542-C413DFA8A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D7FAD-C8BF-4E91-B0D8-822928608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4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3DA8C-5F09-E2A1-6FD2-83B42D10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654" y="1478081"/>
            <a:ext cx="5496692" cy="4286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245DAE-BBAF-6FF3-DE28-B1A94CD7ED63}"/>
              </a:ext>
            </a:extLst>
          </p:cNvPr>
          <p:cNvSpPr txBox="1"/>
          <p:nvPr/>
        </p:nvSpPr>
        <p:spPr>
          <a:xfrm>
            <a:off x="3258633" y="1031689"/>
            <a:ext cx="560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Right-click .zip to “Extract All…”, then open the folder.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5D29B7-A62F-B362-E589-099FE1E2F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8" y="1480487"/>
            <a:ext cx="2629267" cy="1448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41A95-2627-5BC3-417A-E038F46AD0F2}"/>
              </a:ext>
            </a:extLst>
          </p:cNvPr>
          <p:cNvSpPr txBox="1"/>
          <p:nvPr/>
        </p:nvSpPr>
        <p:spPr>
          <a:xfrm>
            <a:off x="305618" y="1031689"/>
            <a:ext cx="2704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In IntelliJ, File &gt; Open…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30CBB-FC88-8B4B-1674-CC1947C2291F}"/>
              </a:ext>
            </a:extLst>
          </p:cNvPr>
          <p:cNvSpPr txBox="1"/>
          <p:nvPr/>
        </p:nvSpPr>
        <p:spPr>
          <a:xfrm>
            <a:off x="2313329" y="113622"/>
            <a:ext cx="7565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Importing the .zip Starter Code into IntelliJ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342DBC-ACCC-6682-B6C7-4E87BE499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115" y="1478081"/>
            <a:ext cx="2524477" cy="25911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445B4D-6AF9-26B8-72CB-0C69EA0CDBBF}"/>
              </a:ext>
            </a:extLst>
          </p:cNvPr>
          <p:cNvSpPr txBox="1"/>
          <p:nvPr/>
        </p:nvSpPr>
        <p:spPr>
          <a:xfrm>
            <a:off x="9257115" y="1031689"/>
            <a:ext cx="1732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Start coding! </a:t>
            </a:r>
          </a:p>
        </p:txBody>
      </p:sp>
    </p:spTree>
    <p:extLst>
      <p:ext uri="{BB962C8B-B14F-4D97-AF65-F5344CB8AC3E}">
        <p14:creationId xmlns:p14="http://schemas.microsoft.com/office/powerpoint/2010/main" val="115507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Ludden, Ian</dc:creator>
  <cp:lastModifiedBy>Ludden, Ian</cp:lastModifiedBy>
  <cp:revision>1</cp:revision>
  <dcterms:created xsi:type="dcterms:W3CDTF">2026-09-22T18:26:39Z</dcterms:created>
  <dcterms:modified xsi:type="dcterms:W3CDTF">2026-09-22T18:31:07Z</dcterms:modified>
</cp:coreProperties>
</file>